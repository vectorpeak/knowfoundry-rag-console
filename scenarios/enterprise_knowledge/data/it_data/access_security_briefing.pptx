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账号权限与数据安全简报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员工申请外部平台权限前，需要说明业务用途、数据范围和授权期限。</a:t>
            </a:r>
          </a:p>
          <a:p>
            <a:r>
              <a:t>离职或岗位变更后，IT 需要回收邮箱、VPN、业务系统权限和 API Token。</a:t>
            </a:r>
          </a:p>
          <a:p>
            <a:r>
              <a:t>涉及客户数据导出时，必须经过直属上级和数据负责人审批。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权限回收检查表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7863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457200">
                <a:tc>
                  <a:txBody>
                    <a:bodyPr/>
                    <a:lstStyle/>
                    <a:p>
                      <a:r>
                        <a:t>权限类型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回收时点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责任人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邮箱/VPN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离职当天18:00前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 服务台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业务系统角色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岗位变更审批通过后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系统管理员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API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项目交接完成后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平台管理员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