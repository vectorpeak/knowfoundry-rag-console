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合规整改进展简报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审计问题需要按风险等级拆分责任人、整改期限和复核证据。</a:t>
            </a:r>
          </a:p>
          <a:p>
            <a:r>
              <a:t>逾期整改必须升级给合规负责人，并在下次审计中复核关闭情况。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合规整改进展简报 - 检查表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609600">
                <a:tc>
                  <a:txBody>
                    <a:bodyPr/>
                    <a:lstStyle/>
                    <a:p>
                      <a:r>
                        <a:t>整改事项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复核证据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供应商声明缺失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整改中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补充声明扫描件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审批链缺失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系统审批日志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