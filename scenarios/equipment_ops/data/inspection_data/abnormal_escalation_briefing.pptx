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异常升级简报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巡检发现温度、振动、压力连续异常时，不能只在班组群里口头提醒。</a:t>
            </a:r>
          </a:p>
          <a:p>
            <a:r>
              <a:t>达到二级告警阈值后需要生成工单并通知值班工程师。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异常升级简报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异常类型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升级条件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通知对象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连续两次超阈值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值班工程师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振动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超过趋势基线20%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设备主管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