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履约风险预警简报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交付延期、验收材料缺失和合同变更未签补充协议，都需要进入履约风险预警。</a:t>
            </a:r>
          </a:p>
          <a:p>
            <a:r>
              <a:t>风险预警应记录责任人、纠偏动作和客户沟通证据。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履约风险预警简报 - 检查表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609600">
                <a:tc>
                  <a:txBody>
                    <a:bodyPr/>
                    <a:lstStyle/>
                    <a:p>
                      <a:r>
                        <a:t>风险事项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触发条件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升级对象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交付延期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关键里程碑滞后7天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项目委员会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验收材料缺失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客户拒绝签收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法务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