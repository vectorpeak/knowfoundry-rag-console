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高处作业安全交底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高处作业前必须检查临边防护、安全带、作业平台和气象条件。</a:t>
            </a:r>
          </a:p>
          <a:p>
            <a:r>
              <a:t>口头交底不能替代书面安全技术交底和签到记录。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高处作业安全交底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责任人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安全带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高挂低用并检查锁扣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班组长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临边防护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洞口盖板和警示标识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安全员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