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责任认定复核简报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责任认定必须同时核对保单责任、事故原因、等待期和除外责任。</a:t>
            </a:r>
          </a:p>
          <a:p>
            <a:r>
              <a:t>客服不得在核责完成前承诺赔付比例或到账时间。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责任认定复核简报 - 检查表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8046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609600">
                <a:tc>
                  <a:txBody>
                    <a:bodyPr/>
                    <a:lstStyle/>
                    <a:p>
                      <a:r>
                        <a:t>复核项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判断依据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输出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等待期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保单生效日期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是否进入保障期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事故原因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病历和事故证明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是否属于保险责任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